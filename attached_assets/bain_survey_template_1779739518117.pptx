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charts/chart1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rts/chart2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charts/chart3.xml" ContentType="application/vnd.openxmlformats-officedocument.drawingml.chart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charts/chart4.xml" ContentType="application/vnd.openxmlformats-officedocument.drawingml.char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charts/chart5.xml" ContentType="application/vnd.openxmlformats-officedocument.drawingml.chart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7" r:id="rId4"/>
    <p:sldId id="258" r:id="rId5"/>
    <p:sldId id="261" r:id="rId6"/>
    <p:sldId id="259" r:id="rId7"/>
    <p:sldId id="260" r:id="rId8"/>
    <p:sldId id="262" r:id="rId9"/>
  </p:sldIdLst>
  <p:sldSz cx="12192000" cy="6858000"/>
  <p:notesSz cx="6797675" cy="9926638"/>
  <p:custDataLst>
    <p:tags r:id="rId10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552" autoAdjust="0"/>
  </p:normalViewPr>
  <p:slideViewPr>
    <p:cSldViewPr snapToGrid="0">
      <p:cViewPr varScale="1">
        <p:scale>
          <a:sx n="97" d="100"/>
          <a:sy n="97" d="100"/>
        </p:scale>
        <p:origin x="9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187895847994372E-3"/>
          <c:y val="1.7461383478844864E-2"/>
          <c:w val="0.98536242083040115"/>
          <c:h val="0.9650772330423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7A-4FF9-A518-21D9FDF84437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26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7A-4FF9-A518-21D9FDF84437}"/>
            </c:ext>
          </c:extLst>
        </c:ser>
        <c:ser>
          <c:idx val="2"/>
          <c:order val="2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18.999999999999993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7A-4FF9-A518-21D9FDF84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92416639"/>
        <c:axId val="1"/>
      </c:barChart>
      <c:catAx>
        <c:axId val="5924166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5924166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135523613963042E-3"/>
          <c:y val="5.8062575210589648E-2"/>
          <c:w val="0.98357289527720737"/>
          <c:h val="0.8838748495788206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23629758332017059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E95-408C-9025-EA83199D9A36}"/>
                </c:ext>
              </c:extLst>
            </c:dLbl>
            <c:dLbl>
              <c:idx val="1"/>
              <c:layout>
                <c:manualLayout>
                  <c:x val="0.3444953403885642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E95-408C-9025-EA83199D9A36}"/>
                </c:ext>
              </c:extLst>
            </c:dLbl>
            <c:dLbl>
              <c:idx val="2"/>
              <c:layout>
                <c:manualLayout>
                  <c:x val="0.46232822618859581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E95-408C-9025-EA83199D9A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2.2999999999999998</c:v>
                </c:pt>
                <c:pt idx="1">
                  <c:v>3.4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95-408C-9025-EA83199D9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60397999"/>
        <c:axId val="1"/>
      </c:barChart>
      <c:catAx>
        <c:axId val="126039799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2603979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135523613963042E-3"/>
          <c:y val="5.8062575210589648E-2"/>
          <c:w val="0.98357289527720737"/>
          <c:h val="0.88387484957882068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15131890696572423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B49-4E09-B10E-2C2EADB18A76}"/>
                </c:ext>
              </c:extLst>
            </c:dLbl>
            <c:dLbl>
              <c:idx val="1"/>
              <c:layout>
                <c:manualLayout>
                  <c:x val="0.21908071394724371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B49-4E09-B10E-2C2EADB18A76}"/>
                </c:ext>
              </c:extLst>
            </c:dLbl>
            <c:dLbl>
              <c:idx val="2"/>
              <c:layout>
                <c:manualLayout>
                  <c:x val="0.2928447322697835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B49-4E09-B10E-2C2EADB18A7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2.2999999999999998</c:v>
                </c:pt>
                <c:pt idx="1">
                  <c:v>3.4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49-4E09-B10E-2C2EADB18A76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2742062865266150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B49-4E09-B10E-2C2EADB18A76}"/>
                </c:ext>
              </c:extLst>
            </c:dLbl>
            <c:dLbl>
              <c:idx val="1"/>
              <c:layout>
                <c:manualLayout>
                  <c:x val="0.323487600694992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B49-4E09-B10E-2C2EADB18A76}"/>
                </c:ext>
              </c:extLst>
            </c:dLbl>
            <c:dLbl>
              <c:idx val="2"/>
              <c:layout>
                <c:manualLayout>
                  <c:x val="0.4526930974569578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B49-4E09-B10E-2C2EADB18A7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4.3</c:v>
                </c:pt>
                <c:pt idx="1">
                  <c:v>5.0999999999999996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49-4E09-B10E-2C2EADB18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60419599"/>
        <c:axId val="1"/>
      </c:barChart>
      <c:catAx>
        <c:axId val="126041959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2604195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5923492480654111E-3"/>
          <c:y val="1.7110891740704178E-2"/>
          <c:w val="0.9848153015038692"/>
          <c:h val="0.9657782165185916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10-4B04-B5E7-2336C75B89D8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26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10-4B04-B5E7-2336C75B89D8}"/>
            </c:ext>
          </c:extLst>
        </c:ser>
        <c:ser>
          <c:idx val="2"/>
          <c:order val="2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18.999999999999993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10-4B04-B5E7-2336C75B89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60479119"/>
        <c:axId val="1"/>
      </c:barChart>
      <c:catAx>
        <c:axId val="12604791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260479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243018419489006E-3"/>
          <c:y val="1.888162672476398E-2"/>
          <c:w val="0.98455139631610222"/>
          <c:h val="0.96223674655047209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2D475A"/>
              </a:solidFill>
              <a:prstDash val="solid"/>
            </a:ln>
          </c:spPr>
          <c:marker>
            <c:symbol val="none"/>
          </c:marker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415-4534-9BB5-9425366C4086}"/>
            </c:ext>
          </c:extLst>
        </c:ser>
        <c:ser>
          <c:idx val="1"/>
          <c:order val="1"/>
          <c:spPr>
            <a:ln w="38100" cmpd="sng" algn="ctr">
              <a:solidFill>
                <a:srgbClr val="46647B"/>
              </a:solidFill>
              <a:prstDash val="solid"/>
            </a:ln>
          </c:spPr>
          <c:marker>
            <c:symbol val="none"/>
          </c:marker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2.4</c:v>
                </c:pt>
                <c:pt idx="2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415-4534-9BB5-9425366C4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979343863912511E-3"/>
          <c:y val="5.920245398773006E-2"/>
          <c:w val="0.9842041312272175"/>
          <c:h val="0.8815950920245398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26257668711656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ED0-4A1D-B4C8-F7480AB8FAE8}"/>
                </c:ext>
              </c:extLst>
            </c:dLbl>
            <c:dLbl>
              <c:idx val="1"/>
              <c:layout>
                <c:manualLayout>
                  <c:x val="0"/>
                  <c:y val="-0.306441717791411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ED0-4A1D-B4C8-F7480AB8FAE8}"/>
                </c:ext>
              </c:extLst>
            </c:dLbl>
            <c:dLbl>
              <c:idx val="2"/>
              <c:layout>
                <c:manualLayout>
                  <c:x val="0"/>
                  <c:y val="-0.422392638036809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ED0-4A1D-B4C8-F7480AB8FA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4.3</c:v>
                </c:pt>
                <c:pt idx="1">
                  <c:v>5.0999999999999996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ED0-4A1D-B4C8-F7480AB8FAE8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1521472392638036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ED0-4A1D-B4C8-F7480AB8FAE8}"/>
                </c:ext>
              </c:extLst>
            </c:dLbl>
            <c:dLbl>
              <c:idx val="1"/>
              <c:layout>
                <c:manualLayout>
                  <c:x val="0"/>
                  <c:y val="-0.212576687116564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ED0-4A1D-B4C8-F7480AB8FAE8}"/>
                </c:ext>
              </c:extLst>
            </c:dLbl>
            <c:dLbl>
              <c:idx val="2"/>
              <c:layout>
                <c:manualLayout>
                  <c:x val="0"/>
                  <c:y val="-0.2791411042944785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ED0-4A1D-B4C8-F7480AB8FA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2.2999999999999998</c:v>
                </c:pt>
                <c:pt idx="1">
                  <c:v>3.4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ED0-4A1D-B4C8-F7480AB8F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92381599"/>
        <c:axId val="1"/>
      </c:barChart>
      <c:catAx>
        <c:axId val="5923815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5923815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Chart_stacked_column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oleObject" Target="../embeddings/oleObject2.bin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chart" Target="../charts/chart1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image" Target="../media/image1.emf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oleObject" Target="../embeddings/oleObject3.bin"/><Relationship Id="rId2" Type="http://schemas.openxmlformats.org/officeDocument/2006/relationships/tags" Target="../tags/tag23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10" Type="http://schemas.openxmlformats.org/officeDocument/2006/relationships/tags" Target="../tags/tag31.xml"/><Relationship Id="rId19" Type="http://schemas.openxmlformats.org/officeDocument/2006/relationships/chart" Target="../charts/chart2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oleObject" Target="../embeddings/oleObject4.bin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chart" Target="../charts/chart3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image" Target="../media/image1.emf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3" Type="http://schemas.openxmlformats.org/officeDocument/2006/relationships/tags" Target="../tags/tag55.xml"/><Relationship Id="rId21" Type="http://schemas.openxmlformats.org/officeDocument/2006/relationships/oleObject" Target="../embeddings/oleObject5.bin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chart" Target="../charts/chart4.xml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tags" Target="../tags/tag84.xml"/><Relationship Id="rId18" Type="http://schemas.openxmlformats.org/officeDocument/2006/relationships/chart" Target="../charts/chart5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tags" Target="../tags/tag83.xml"/><Relationship Id="rId17" Type="http://schemas.openxmlformats.org/officeDocument/2006/relationships/image" Target="../media/image1.emf"/><Relationship Id="rId2" Type="http://schemas.openxmlformats.org/officeDocument/2006/relationships/tags" Target="../tags/tag73.xml"/><Relationship Id="rId16" Type="http://schemas.openxmlformats.org/officeDocument/2006/relationships/oleObject" Target="../embeddings/oleObject6.bin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oleObject" Target="../embeddings/oleObject7.bin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chart" Target="../charts/chart6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1.emf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947B7F39-FB79-53C5-9650-55C1719EE8C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82869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606" imgH="608" progId="TCLayout.ActiveDocument.1">
                  <p:embed/>
                </p:oleObj>
              </mc:Choice>
              <mc:Fallback>
                <p:oleObj name="think-cell Slide" r:id="rId21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BECD9A34-8851-308E-38FA-E3830BC0507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228482">
              <a:extLst>
                <a:ext uri="{FF2B5EF4-FFF2-40B4-BE49-F238E27FC236}">
                  <a16:creationId xmlns:a16="http://schemas.microsoft.com/office/drawing/2014/main" id="{39854832-DB2A-F80A-7414-600AED8D24F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478798">
              <a:extLst>
                <a:ext uri="{FF2B5EF4-FFF2-40B4-BE49-F238E27FC236}">
                  <a16:creationId xmlns:a16="http://schemas.microsoft.com/office/drawing/2014/main" id="{B7B2BBBB-C0B2-D96F-7FF2-DE4050C5D56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977282">
              <a:extLst>
                <a:ext uri="{FF2B5EF4-FFF2-40B4-BE49-F238E27FC236}">
                  <a16:creationId xmlns:a16="http://schemas.microsoft.com/office/drawing/2014/main" id="{7DA46A06-1798-C695-CE12-F511A3F4F50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693716">
              <a:extLst>
                <a:ext uri="{FF2B5EF4-FFF2-40B4-BE49-F238E27FC236}">
                  <a16:creationId xmlns:a16="http://schemas.microsoft.com/office/drawing/2014/main" id="{8B00A714-D3F1-3287-40A1-72C89F18836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0D108C06-621A-AAE4-2DCB-38B6444DDB5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352222">
              <a:extLst>
                <a:ext uri="{FF2B5EF4-FFF2-40B4-BE49-F238E27FC236}">
                  <a16:creationId xmlns:a16="http://schemas.microsoft.com/office/drawing/2014/main" id="{1F1A3968-C069-1017-688F-40FFA281EB6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655705">
              <a:extLst>
                <a:ext uri="{FF2B5EF4-FFF2-40B4-BE49-F238E27FC236}">
                  <a16:creationId xmlns:a16="http://schemas.microsoft.com/office/drawing/2014/main" id="{D631562F-4743-03CF-03A4-5FC664B7E12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779327">
              <a:extLst>
                <a:ext uri="{FF2B5EF4-FFF2-40B4-BE49-F238E27FC236}">
                  <a16:creationId xmlns:a16="http://schemas.microsoft.com/office/drawing/2014/main" id="{E7BD4CED-76D9-0F3C-B2C2-785DB3AF3939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52838">
              <a:extLst>
                <a:ext uri="{FF2B5EF4-FFF2-40B4-BE49-F238E27FC236}">
                  <a16:creationId xmlns:a16="http://schemas.microsoft.com/office/drawing/2014/main" id="{3F200146-FEFD-BEBF-0CA7-E9A51EB12C8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ECAAC8-6BB7-7A4C-CDFE-E9DDD948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 err="1"/>
              <a:t>Chart_stacked_column</a:t>
            </a:r>
            <a:endParaRPr lang="en-US" b="1" dirty="0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2153A6E6-52B9-1D84-0ED0-3327DAB6648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8137486"/>
              </p:ext>
            </p:extLst>
          </p:nvPr>
        </p:nvGraphicFramePr>
        <p:xfrm>
          <a:off x="660400" y="1649413"/>
          <a:ext cx="11279188" cy="4727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25" name="Text Placeholder">
            <a:extLst>
              <a:ext uri="{FF2B5EF4-FFF2-40B4-BE49-F238E27FC236}">
                <a16:creationId xmlns:a16="http://schemas.microsoft.com/office/drawing/2014/main" id="{B88DC971-CB0E-0205-F209-820BE99FA435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527050" y="6188075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C1EB1BC2-05F5-4252-AD29-F9679A5866E9}" type="datetime'''''''''''''''''''''''''''''0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A72488A2-57A3-836B-6775-755CDEC7FD9D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28625" y="5275263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903AA20-12DC-4F38-9100-256D15230B7F}" type="datetime'''2''''''''''''''0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 Placeholder">
            <a:extLst>
              <a:ext uri="{FF2B5EF4-FFF2-40B4-BE49-F238E27FC236}">
                <a16:creationId xmlns:a16="http://schemas.microsoft.com/office/drawing/2014/main" id="{EE35570D-9532-3A2C-7001-B8498D0CD6C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28625" y="4362450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3B457F1-1822-4976-94E7-5ED49AB7AA66}" type="datetime'''''''4''''''''''''''''''0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1F00AB66-487A-CADF-51EF-61D9EC7E6C2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28625" y="345122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4F0B2935-5E4C-433F-900B-AEAA272F19F8}" type="datetime'''''''''''''''''''''''''''6''''0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D84C4BBC-57B4-647A-8351-C465D20EE4C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28625" y="2538413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AE91EBE2-0C54-4F7C-A0C9-0D32FD6D7A20}" type="datetime'''''''''''''''''''''''''''''''''80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7DDB8035-170B-6109-FB08-21A743206D9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625600"/>
            <a:ext cx="2952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EA865B1-0CA4-4452-9A85-A382FE5F72C6}" type="datetime'''1''''''''0''''''''0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2A53C08E-DF24-02A7-4A95-65B186E50D7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390775" y="6353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93F2F75-D9CC-4BAB-8EDF-FD515B39282A}" type="datetime'''''''''''''''''''2''''0''2''4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B818E6F8-BE25-6E40-D3CA-04033FDA4211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096000" y="6353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8C9DBBA-6276-496C-B049-4C6E9AB9F60C}" type="datetime'''''''''''''2''''''''''0''''''''''''''2''''''''''''5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E46EE267-8189-242C-AF77-A17F6246D29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799638" y="6353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F8894B7-E315-48A5-83BC-575D9E958662}" type="datetime'''''''''''2''0''''''''''''''''2''''6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BD009D6C-4D77-B6CD-9FAD-DB1F3BA4E50A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1176000" y="208121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DC5CCA31-B154-4DC2-A800-D2BB778F2888}" type="datetime'''''S''''''e''''''''''''''''r''''''''''''ies'''''' 1'''''''">
              <a:rPr lang="en-US" altLang="en-US" smtClean="0">
                <a:solidFill>
                  <a:srgbClr val="000000"/>
                </a:solidFill>
                <a:effectLst/>
              </a:rPr>
              <a:pPr/>
              <a:t>Series 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C08FF085-714F-BF98-5AF9-CA1D7809410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1176000" y="2720975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871D24DC-C5AE-4FD2-8804-D514112335CC}" type="datetime'''''''''''S''''''''e''r''i''''''e''''''s'''''''' 2'''">
              <a:rPr lang="en-US" altLang="en-US" smtClean="0">
                <a:solidFill>
                  <a:srgbClr val="000000"/>
                </a:solidFill>
                <a:effectLst/>
              </a:rPr>
              <a:pPr/>
              <a:t>Series 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C59C11D0-9C56-AF9F-8921-B4B3666739B2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1176000" y="454501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D7F837DA-A569-49C7-9112-D7F1F619D31C}" type="datetime'''S''''''''''''''''er''''''''i''e''s'' ''3'''''''">
              <a:rPr lang="en-US" altLang="en-US" smtClean="0">
                <a:solidFill>
                  <a:srgbClr val="000000"/>
                </a:solidFill>
                <a:effectLst/>
              </a:rPr>
              <a:pPr/>
              <a:t>Series 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DAEE7A20-3F90-96B6-5970-C15CB6B5B142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30200" y="1270000"/>
            <a:ext cx="492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6FF64311-F28C-4F64-BB2A-3F40E629889C}" type="datetime'Y Axis'">
              <a:rPr lang="en-US" altLang="en-US" smtClean="0">
                <a:solidFill>
                  <a:srgbClr val="000000"/>
                </a:solidFill>
                <a:effectLst/>
              </a:rPr>
              <a:pPr/>
              <a:t>Y Axis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9C2E37B1-8D36-CC62-094E-CA0ACD207AE0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470150" y="1493838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F73DD1C-245A-42DE-8A46-546FBA1DA921}" type="datetime'''''''''''''''''''''''''''2''''''3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84B23C67-A64F-A414-80D6-3B924B12058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6175375" y="1493838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246CD7A-442A-47B0-8E20-5475A4C38699}" type="datetime'''''''''''''''''''''''''''4''''''''5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1A2DCF5F-2B80-28D5-BB26-F16008AF04E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879013" y="1493838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05B64ABD-E56F-48A3-8572-AA76DA2DB809}" type="datetime'''''''''''''''''''''''''''''3''''''''''''''''''''''''''0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30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9BFDAC8-066A-19EB-252F-99421FB069B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57848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06" imgH="608" progId="TCLayout.ActiveDocument.1">
                  <p:embed/>
                </p:oleObj>
              </mc:Choice>
              <mc:Fallback>
                <p:oleObj name="think-cell Slide" r:id="rId17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892D8CBD-93B3-0DEA-23A4-A338A22DD57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319098">
              <a:extLst>
                <a:ext uri="{FF2B5EF4-FFF2-40B4-BE49-F238E27FC236}">
                  <a16:creationId xmlns:a16="http://schemas.microsoft.com/office/drawing/2014/main" id="{EDA8C4B0-8598-F366-9B9B-9722BD4F7A4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925351">
              <a:extLst>
                <a:ext uri="{FF2B5EF4-FFF2-40B4-BE49-F238E27FC236}">
                  <a16:creationId xmlns:a16="http://schemas.microsoft.com/office/drawing/2014/main" id="{401BF2B9-0BD8-5B7D-896D-3B3E4D7B4E4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659430">
              <a:extLst>
                <a:ext uri="{FF2B5EF4-FFF2-40B4-BE49-F238E27FC236}">
                  <a16:creationId xmlns:a16="http://schemas.microsoft.com/office/drawing/2014/main" id="{36880978-1DF9-FA2F-3FD5-914A5718E7A7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63610">
              <a:extLst>
                <a:ext uri="{FF2B5EF4-FFF2-40B4-BE49-F238E27FC236}">
                  <a16:creationId xmlns:a16="http://schemas.microsoft.com/office/drawing/2014/main" id="{C300F8EE-6F17-347A-E8A3-DA300B7785A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1A5A6433-2F7F-EAB0-40E4-A5BCAB8FF6E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444702">
              <a:extLst>
                <a:ext uri="{FF2B5EF4-FFF2-40B4-BE49-F238E27FC236}">
                  <a16:creationId xmlns:a16="http://schemas.microsoft.com/office/drawing/2014/main" id="{37E91841-DC9F-4327-55D6-58A6D398B08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606728">
              <a:extLst>
                <a:ext uri="{FF2B5EF4-FFF2-40B4-BE49-F238E27FC236}">
                  <a16:creationId xmlns:a16="http://schemas.microsoft.com/office/drawing/2014/main" id="{FBB54B96-0424-1847-E2EC-0571E17D1A2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471088">
              <a:extLst>
                <a:ext uri="{FF2B5EF4-FFF2-40B4-BE49-F238E27FC236}">
                  <a16:creationId xmlns:a16="http://schemas.microsoft.com/office/drawing/2014/main" id="{7F69B709-C6C6-8563-6A19-16D80B19520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38034">
              <a:extLst>
                <a:ext uri="{FF2B5EF4-FFF2-40B4-BE49-F238E27FC236}">
                  <a16:creationId xmlns:a16="http://schemas.microsoft.com/office/drawing/2014/main" id="{1B655FDC-6665-CB23-A87A-DD294087BF5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9BAD0D-B45F-A64B-9390-520F5E3D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 err="1"/>
              <a:t>Chart_horizontal_bar</a:t>
            </a:r>
            <a:endParaRPr lang="en-US" b="1" dirty="0"/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5362C8A1-D45C-516C-8998-23B6BC9E09BF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6317595"/>
              </p:ext>
            </p:extLst>
          </p:nvPr>
        </p:nvGraphicFramePr>
        <p:xfrm>
          <a:off x="798513" y="1590675"/>
          <a:ext cx="10050462" cy="527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21" name="Text Placeholder">
            <a:extLst>
              <a:ext uri="{FF2B5EF4-FFF2-40B4-BE49-F238E27FC236}">
                <a16:creationId xmlns:a16="http://schemas.microsoft.com/office/drawing/2014/main" id="{D5856A3B-7FE6-AFFD-1632-CD71DF33766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831850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71F690B-398A-43E3-942D-8D666490AE2A}" type="datetime'''''''''''0''''''''''''''''''''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6C917ACF-7EFB-194A-E48A-BFEA6447D51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786313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6C659EC-CF1A-48AC-A46C-4D38BD102BAE}" type="datetime'''''''''''''''''''''''''''''''''''''''''''''''''2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7E0ABB44-3C59-C699-C256-D271C588EB6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8740775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39D4301-407C-4CC6-8758-EE5F5FBF2882}" type="datetime'''''''''''''''''''''''4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2" name="Text Placeholder">
            <a:extLst>
              <a:ext uri="{FF2B5EF4-FFF2-40B4-BE49-F238E27FC236}">
                <a16:creationId xmlns:a16="http://schemas.microsoft.com/office/drawing/2014/main" id="{0A09558A-10C5-72C6-864A-CACB9C9C4C0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808288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DA0354A-2CD9-4FDD-BD5F-334E2960CE7E}" type="datetime'''''''''''1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974E9D0B-960E-F145-E237-57C170F0761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6762750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5BDC084-9B5C-4AB2-B37D-58CAC46178CB}" type="datetime'''''''''''''''''''''''''''''''''''''''''''''''''3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2A52C51E-3927-601F-1EB1-6E1A60286ED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0717213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40D6309-6ADE-4D47-A88D-443938989FB6}" type="datetime'''''''5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2D8D9FE8-90EF-D310-31AA-B3E08650E54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2566988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0B449E04-7104-431F-B184-C227C16BE5D4}" type="datetime'''L''''a''''''''''''''''''b''el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ED85B4AF-08EE-AF68-F24F-D66130EF0B3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30200" y="4121150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D0BD7EF-C2A3-4807-9402-FF603DF8899A}" type="datetime'L''''''''''''''''''''''''a''''''''''''''b''''''e''''l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4294C4BB-68F6-DB97-23D5-DB9D8CDCCC75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30200" y="5676900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B4104B7-74DF-4710-BB84-422DABEB1D4B}" type="datetime'''''''L''''''''''''''''''''''ab''e''''l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0A17F1CC-B13A-167F-6699-AFD35564254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323513" y="1270000"/>
            <a:ext cx="492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4382D397-34A5-4BC5-889F-F5B8EA4A4A99}" type="datetime'Y Axis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Y Axis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EB14E6-7C8F-C73F-C445-A48CA4DE1BB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0837863" y="6286500"/>
            <a:ext cx="250825" cy="187325"/>
          </a:xfrm>
          <a:prstGeom prst="rect">
            <a:avLst/>
          </a:prstGeom>
          <a:solidFill>
            <a:srgbClr val="333333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56823B36-94AC-97ED-AC66-924894B339B5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1139488" y="6281738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52B79C5F-4349-41F3-A4D6-FE8AACFA3390}" type="datetime'''''''''''Se''r''''''''''ie''''''''''''''''''''''s ''''''''1'">
              <a:rPr lang="en-US" altLang="en-US" smtClean="0">
                <a:solidFill>
                  <a:srgbClr val="000000"/>
                </a:solidFill>
                <a:effectLst/>
              </a:rPr>
              <a:pPr/>
              <a:t>Series 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372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5647-7900-FA5F-B349-A095BD10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F9BB318-01FE-71F9-8680-F2A4A44CD9C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83190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606" imgH="608" progId="TCLayout.ActiveDocument.1">
                  <p:embed/>
                </p:oleObj>
              </mc:Choice>
              <mc:Fallback>
                <p:oleObj name="think-cell Slide" r:id="rId18" imgW="606" imgH="60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BFDAC8-066A-19EB-252F-99421FB069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C45AB94-CB2B-88A5-09C3-1166BB993AA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319098">
              <a:extLst>
                <a:ext uri="{FF2B5EF4-FFF2-40B4-BE49-F238E27FC236}">
                  <a16:creationId xmlns:a16="http://schemas.microsoft.com/office/drawing/2014/main" id="{434E593F-C083-BE3F-E503-573AFC2D1CD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925351">
              <a:extLst>
                <a:ext uri="{FF2B5EF4-FFF2-40B4-BE49-F238E27FC236}">
                  <a16:creationId xmlns:a16="http://schemas.microsoft.com/office/drawing/2014/main" id="{934F47F8-AB6C-BBCD-21C5-7817294EF3BB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659430">
              <a:extLst>
                <a:ext uri="{FF2B5EF4-FFF2-40B4-BE49-F238E27FC236}">
                  <a16:creationId xmlns:a16="http://schemas.microsoft.com/office/drawing/2014/main" id="{F4EFA26C-0C4E-0E17-E93E-0B4C117CA97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863610">
              <a:extLst>
                <a:ext uri="{FF2B5EF4-FFF2-40B4-BE49-F238E27FC236}">
                  <a16:creationId xmlns:a16="http://schemas.microsoft.com/office/drawing/2014/main" id="{7C64C0CB-5D5B-AFDE-8036-ABF1CE700DF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DE3ACDA7-704B-34B5-BF0F-E2C53C909CD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444702">
              <a:extLst>
                <a:ext uri="{FF2B5EF4-FFF2-40B4-BE49-F238E27FC236}">
                  <a16:creationId xmlns:a16="http://schemas.microsoft.com/office/drawing/2014/main" id="{B9C085BD-AA3D-BBA7-5AA9-58528224D52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606728">
              <a:extLst>
                <a:ext uri="{FF2B5EF4-FFF2-40B4-BE49-F238E27FC236}">
                  <a16:creationId xmlns:a16="http://schemas.microsoft.com/office/drawing/2014/main" id="{4431D623-2FA6-0C14-F513-CFE60F5D4C6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471088">
              <a:extLst>
                <a:ext uri="{FF2B5EF4-FFF2-40B4-BE49-F238E27FC236}">
                  <a16:creationId xmlns:a16="http://schemas.microsoft.com/office/drawing/2014/main" id="{9FAABB7A-EADE-5988-A22F-6D5FB9393632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38034">
              <a:extLst>
                <a:ext uri="{FF2B5EF4-FFF2-40B4-BE49-F238E27FC236}">
                  <a16:creationId xmlns:a16="http://schemas.microsoft.com/office/drawing/2014/main" id="{2BBA541F-671A-FA12-DEC8-D808DC2C9769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505953-0A07-600B-D750-B7FB7432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 err="1"/>
              <a:t>Chart_clustered_horizontal</a:t>
            </a:r>
            <a:endParaRPr lang="en-US" b="1" dirty="0"/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9E70DEFA-47B9-FC73-868E-9B3B6726C9F3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798513" y="1590675"/>
          <a:ext cx="10050462" cy="527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21" name="Text Placeholder">
            <a:extLst>
              <a:ext uri="{FF2B5EF4-FFF2-40B4-BE49-F238E27FC236}">
                <a16:creationId xmlns:a16="http://schemas.microsoft.com/office/drawing/2014/main" id="{9FD40BF8-41D5-A00C-D4A0-00F1A955D66B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831850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71F690B-398A-43E3-942D-8D666490AE2A}" type="datetime'''''''''''0''''''''''''''''''''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5B2653F6-985C-A3BD-6B9C-64B8D53205F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3303588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6C659EC-CF1A-48AC-A46C-4D38BD102BAE}" type="datetime'''''''''''''''''''''''''''''''''''''''''''''''''2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5EE1C7E3-13D2-B2F8-68D0-EB8DF66E3C0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5775325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39D4301-407C-4CC6-8758-EE5F5FBF2882}" type="datetime'''''''''''''''''''''''4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B08821DB-054F-F3AC-0D3E-B17B4E5088C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8247063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07E5A66B-BD43-4C76-B8DB-5CB1B1EBC7D1}" type="datetime'''''''''''''''6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Text Placeholder">
            <a:extLst>
              <a:ext uri="{FF2B5EF4-FFF2-40B4-BE49-F238E27FC236}">
                <a16:creationId xmlns:a16="http://schemas.microsoft.com/office/drawing/2014/main" id="{76F269C7-F523-FC89-41A3-518EDB1DC8A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10717213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CBD49E4-FD2D-4A74-9094-822180BD9BA4}" type="datetime'''''''8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14959AB0-8C62-7615-F0EF-10B8E673761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30200" y="2566988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0B449E04-7104-431F-B184-C227C16BE5D4}" type="datetime'''L''''a''''''''''''''''''b''el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B4BBC1B2-D0A3-6899-F0AE-6A8A0C6468A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4122738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D0BD7EF-C2A3-4807-9402-FF603DF8899A}" type="datetime'L''''''''''''''''''''''''a''''''''''''''b''''''e''''l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E63F0725-E93C-AD38-3AC9-4588EE271FB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30200" y="5676900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B4104B7-74DF-4710-BB84-422DABEB1D4B}" type="datetime'''''''L''''''''''''''''''''''ab''e''''l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FCBA5F9A-F1B2-61C8-DF5D-7BCE19C8F30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323513" y="1270000"/>
            <a:ext cx="492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4382D397-34A5-4BC5-889F-F5B8EA4A4A99}" type="datetime'Y Axis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Y Axis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15E6B5-0B94-4259-86B5-2160ED0DB33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10837863" y="6022975"/>
            <a:ext cx="250825" cy="187325"/>
          </a:xfrm>
          <a:prstGeom prst="rect">
            <a:avLst/>
          </a:prstGeom>
          <a:solidFill>
            <a:srgbClr val="333333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6B75D2-933B-B879-F636-D0C6BF5BA3E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0837863" y="6286500"/>
            <a:ext cx="250825" cy="187325"/>
          </a:xfrm>
          <a:prstGeom prst="rect">
            <a:avLst/>
          </a:prstGeom>
          <a:solidFill>
            <a:srgbClr val="5C5C5C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8DDBE94A-64A9-3EB0-BCA1-7B0F01010D8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1139488" y="601821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52B79C5F-4349-41F3-A4D6-FE8AACFA3390}" type="datetime'''''''''''Se''r''''''''''ie''''''''''''''''''''''s ''''''''1'">
              <a:rPr lang="en-US" altLang="en-US" smtClean="0">
                <a:solidFill>
                  <a:srgbClr val="000000"/>
                </a:solidFill>
                <a:effectLst/>
              </a:rPr>
              <a:pPr/>
              <a:t>Series 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C14E0910-7C60-9BE9-A887-8FC08735AE11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139488" y="6281738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3AE25E68-3417-4009-946C-8B7164EEDED3}" type="datetime'S''''''''''''e''''''''r''i''''''''e''''''''''s 2'">
              <a:rPr lang="en-US" altLang="en-US" smtClean="0">
                <a:solidFill>
                  <a:srgbClr val="000000"/>
                </a:solidFill>
                <a:effectLst/>
              </a:rPr>
              <a:pPr/>
              <a:t>Series 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99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40468F48-712B-E9A7-8A52-08A907CF440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95282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606" imgH="608" progId="TCLayout.ActiveDocument.1">
                  <p:embed/>
                </p:oleObj>
              </mc:Choice>
              <mc:Fallback>
                <p:oleObj name="think-cell Slide" r:id="rId21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A7DBD35F-27CF-320D-A21B-304C292E127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814544">
              <a:extLst>
                <a:ext uri="{FF2B5EF4-FFF2-40B4-BE49-F238E27FC236}">
                  <a16:creationId xmlns:a16="http://schemas.microsoft.com/office/drawing/2014/main" id="{F89CFE7A-6098-DED6-FBAE-67F51FFE1C8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47213">
              <a:extLst>
                <a:ext uri="{FF2B5EF4-FFF2-40B4-BE49-F238E27FC236}">
                  <a16:creationId xmlns:a16="http://schemas.microsoft.com/office/drawing/2014/main" id="{9DC04732-5173-0BEB-F42C-7DA54D5A7704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328303">
              <a:extLst>
                <a:ext uri="{FF2B5EF4-FFF2-40B4-BE49-F238E27FC236}">
                  <a16:creationId xmlns:a16="http://schemas.microsoft.com/office/drawing/2014/main" id="{C05F1517-253F-6188-CC57-CFFC3F3D969B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433786">
              <a:extLst>
                <a:ext uri="{FF2B5EF4-FFF2-40B4-BE49-F238E27FC236}">
                  <a16:creationId xmlns:a16="http://schemas.microsoft.com/office/drawing/2014/main" id="{929BDB11-3322-3630-C9E2-3062055EA0C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51D50F51-A647-2919-360D-9D62743C944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834003">
              <a:extLst>
                <a:ext uri="{FF2B5EF4-FFF2-40B4-BE49-F238E27FC236}">
                  <a16:creationId xmlns:a16="http://schemas.microsoft.com/office/drawing/2014/main" id="{EEC51155-5037-0645-80CF-FE8E74644F1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624572">
              <a:extLst>
                <a:ext uri="{FF2B5EF4-FFF2-40B4-BE49-F238E27FC236}">
                  <a16:creationId xmlns:a16="http://schemas.microsoft.com/office/drawing/2014/main" id="{B3C883C0-D406-4419-5FEA-1D8D9F788E8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83214">
              <a:extLst>
                <a:ext uri="{FF2B5EF4-FFF2-40B4-BE49-F238E27FC236}">
                  <a16:creationId xmlns:a16="http://schemas.microsoft.com/office/drawing/2014/main" id="{456C04A8-E8A4-6AF0-3807-A9CE6B6B915E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831660">
              <a:extLst>
                <a:ext uri="{FF2B5EF4-FFF2-40B4-BE49-F238E27FC236}">
                  <a16:creationId xmlns:a16="http://schemas.microsoft.com/office/drawing/2014/main" id="{E85545EB-D5F3-07DC-D969-1CAD101D6CB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D3DABF-7686-F65E-53A7-5EB4EE76C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 err="1"/>
              <a:t>Chart_stacked_horizontal</a:t>
            </a:r>
            <a:endParaRPr lang="en-US" b="1" dirty="0"/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975DDB9-44F1-23BD-0A39-3B097CCF6CE4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85656970"/>
              </p:ext>
            </p:extLst>
          </p:nvPr>
        </p:nvGraphicFramePr>
        <p:xfrm>
          <a:off x="798513" y="1814513"/>
          <a:ext cx="10872787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25" name="Text Placeholder">
            <a:extLst>
              <a:ext uri="{FF2B5EF4-FFF2-40B4-BE49-F238E27FC236}">
                <a16:creationId xmlns:a16="http://schemas.microsoft.com/office/drawing/2014/main" id="{801AD4E7-84AA-E33F-E5CD-FDF14F214FCF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831850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C051A9B-E263-47AB-BC05-11BA8D70710E}" type="datetime'''0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64B6DF16-1059-CD82-6D8D-56CF21F56572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924175" y="1625600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521B26E-3FC8-4769-991D-B13FE9DCFB98}" type="datetime'''''''''''''''''''''''''''''''''''''2''''''0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Text Placeholder">
            <a:extLst>
              <a:ext uri="{FF2B5EF4-FFF2-40B4-BE49-F238E27FC236}">
                <a16:creationId xmlns:a16="http://schemas.microsoft.com/office/drawing/2014/main" id="{4EF1AB82-C650-BE76-7DED-BA34A7BD07A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5065713" y="1625600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1FB703C-3D13-4E44-AB22-627CBE5FA25A}" type="datetime'''''''4''''''0''''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25EF9322-D825-0720-5C3C-2A130B3CBC6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7207250" y="1625600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79B6E854-3EFC-4994-93D9-E8B022E185FF}" type="datetime'''''''''''6''''''''''0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26711353-EF1B-72CA-DF06-0DB7AF8AE95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9348788" y="1625600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F950344-4E44-4223-A054-902F14CBCFBE}" type="datetime'''''''''''''''''8''''''''''''0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BF2580C4-AA1C-58EF-62C7-2FC930E46803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1441113" y="1625600"/>
            <a:ext cx="2952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64F937-1DEA-424C-AD85-8245E3B00E1C}" type="datetime'1''''''''''''''''''''''''''''''''''''00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249B8B35-43FF-92D7-64F8-A53AB1222D6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2566988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4A322EE6-667F-497A-959C-425FBBC2674E}" type="datetime'''''''''''''L''''a''''''''''''be''''''''l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18BA60D3-3FDE-C726-F772-4C2789598ECB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30200" y="4119563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128B5BA0-5390-4652-8D88-DAFBC1F4A33D}" type="datetime'''''''''''''''''''''''''''La''b''''''''''''''''el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235A7CF7-F612-0C15-422F-AF4D5C52E1A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30200" y="56737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C181BC73-943E-4045-A3F3-F50A39F9BDDE}" type="datetime'''''''''L''a''''b''''''''''''''''''e''''''''''''''l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017DEE95-3ACB-7542-B193-E8F7A8AC792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191750" y="635476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AC28936-731A-4E5C-BB3C-F5E4F60E13A2}" type="datetime'S''''''e''r''i''''e''''''s'' ''''''''''''3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Series 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0FABC338-56B3-3F5A-941C-3356C594DE2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8693150" y="635476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0A073E6C-25F9-483E-B14D-58A67A9B039F}" type="datetime'''''S''''''er''''''''''ies ''''''2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Series 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EA009E84-F92B-00EE-21D8-DC069B8DEBD2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4410075" y="635476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BB7E080-466A-4120-AA11-48A7B65FD1B2}" type="datetime'''S''''e''''''r''''''i''e''''''''''''s'''''' ''''''''''''1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Series 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335B4843-9867-BE0D-3C28-7EA859825251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244263" y="1270000"/>
            <a:ext cx="492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0CE1B35E-8902-4EB9-9D4B-602B89F83142}" type="datetime'Y Axis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Y Axis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180A0CE2-BCC7-65A8-F6E6-D96814C1D00F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1614150" y="2566988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C424E94E-8817-4F80-B25D-AB155C5C3754}" type="datetime'''''''2''''''''''''''3'''''''''''''''''''''''''''''''">
              <a:rPr lang="en-US" altLang="en-US" smtClean="0">
                <a:solidFill>
                  <a:srgbClr val="000000"/>
                </a:solidFill>
                <a:effectLst/>
              </a:rPr>
              <a:pPr/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D10E8DD5-D06F-F6F1-66D6-679FBABFBE16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1614150" y="4119563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D147AEE7-8045-4980-9713-C9121D678E7A}" type="datetime'''4''''''''''''''''''''''''''''''''''''''5'''''''">
              <a:rPr lang="en-US" altLang="en-US" smtClean="0">
                <a:solidFill>
                  <a:srgbClr val="000000"/>
                </a:solidFill>
                <a:effectLst/>
              </a:rPr>
              <a:pPr/>
              <a:t>45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547CAD4C-47AF-A74C-CEFF-1E890D1E2CAC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11614150" y="5673725"/>
            <a:ext cx="247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17A817B1-4915-41D0-A909-675E083EE3A4}" type="datetime'''''3''''''''''''''''''''''''''''''''0'">
              <a:rPr lang="en-US" altLang="en-US" smtClean="0">
                <a:solidFill>
                  <a:srgbClr val="000000"/>
                </a:solidFill>
                <a:effectLst/>
              </a:rPr>
              <a:pPr/>
              <a:t>30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469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79CCAE53-6EC9-5122-DBB6-682862393FF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5582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06" imgH="608" progId="TCLayout.ActiveDocument.1">
                  <p:embed/>
                </p:oleObj>
              </mc:Choice>
              <mc:Fallback>
                <p:oleObj name="think-cell Slide" r:id="rId16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14137BC0-B0FC-5856-4EF3-A8A48389BFE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103026">
              <a:extLst>
                <a:ext uri="{FF2B5EF4-FFF2-40B4-BE49-F238E27FC236}">
                  <a16:creationId xmlns:a16="http://schemas.microsoft.com/office/drawing/2014/main" id="{CF2006A4-6D40-1FF2-8D71-49B53CD1950B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51845">
              <a:extLst>
                <a:ext uri="{FF2B5EF4-FFF2-40B4-BE49-F238E27FC236}">
                  <a16:creationId xmlns:a16="http://schemas.microsoft.com/office/drawing/2014/main" id="{316BEEEF-E881-3CC0-7B66-032562304C4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829266">
              <a:extLst>
                <a:ext uri="{FF2B5EF4-FFF2-40B4-BE49-F238E27FC236}">
                  <a16:creationId xmlns:a16="http://schemas.microsoft.com/office/drawing/2014/main" id="{1E9BA268-B005-369B-8F34-42E849415E7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57295">
              <a:extLst>
                <a:ext uri="{FF2B5EF4-FFF2-40B4-BE49-F238E27FC236}">
                  <a16:creationId xmlns:a16="http://schemas.microsoft.com/office/drawing/2014/main" id="{9FC06D14-E05A-713B-9575-C3127AFB2755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61273B0D-777B-FD8C-E5A2-907543A20C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824439">
              <a:extLst>
                <a:ext uri="{FF2B5EF4-FFF2-40B4-BE49-F238E27FC236}">
                  <a16:creationId xmlns:a16="http://schemas.microsoft.com/office/drawing/2014/main" id="{C925642A-F49F-EA26-1D67-C5DF7CBCE69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556807">
              <a:extLst>
                <a:ext uri="{FF2B5EF4-FFF2-40B4-BE49-F238E27FC236}">
                  <a16:creationId xmlns:a16="http://schemas.microsoft.com/office/drawing/2014/main" id="{FDFEC0F1-FA0F-70F1-B510-F9FBB37EB21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433412">
              <a:extLst>
                <a:ext uri="{FF2B5EF4-FFF2-40B4-BE49-F238E27FC236}">
                  <a16:creationId xmlns:a16="http://schemas.microsoft.com/office/drawing/2014/main" id="{DFBC0180-0B28-099F-C589-8B8282E4B46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304563">
              <a:extLst>
                <a:ext uri="{FF2B5EF4-FFF2-40B4-BE49-F238E27FC236}">
                  <a16:creationId xmlns:a16="http://schemas.microsoft.com/office/drawing/2014/main" id="{BEAA9777-C6F7-DBAF-B7AE-9167F313C35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D1537C3-E66A-F8B7-C930-97735F80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 err="1"/>
              <a:t>Chart_line</a:t>
            </a:r>
            <a:endParaRPr lang="en-US" b="1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0D192F93-BC45-746A-341C-52E43073CAE2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945125910"/>
              </p:ext>
            </p:extLst>
          </p:nvPr>
        </p:nvGraphicFramePr>
        <p:xfrm>
          <a:off x="463550" y="1649413"/>
          <a:ext cx="10687050" cy="4371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9" name="Text Placeholder">
            <a:extLst>
              <a:ext uri="{FF2B5EF4-FFF2-40B4-BE49-F238E27FC236}">
                <a16:creationId xmlns:a16="http://schemas.microsoft.com/office/drawing/2014/main" id="{7BCC5F0E-80BE-B419-67F6-0AC290238864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349250" y="59975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322925A-732E-452A-9BC9-9D75A779927E}" type="datetime'''''''''''''''''''''''''''2''''''''''0''2''''''''4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F7C389E9-650A-E282-20C5-93E301A7000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5610225" y="59975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9794230-5C0A-40EA-9046-C7383B384614}" type="datetime'''''2''''''''''''''''''''''0''''''''2''''''''''''''5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4B3ED73B-078E-0064-5793-2C5AC319E2C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10871200" y="5997575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B7FC15B-135E-4303-85F4-DC842829825D}" type="datetime'''''''2''''0''''''''''''''''''''''''26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E721DD7E-42B6-5F84-8740-504800BF77E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330200" y="5832475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68FA3B5-87C3-4808-A815-3F4393CBBF20}" type="datetime'0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59669290-5F6E-FE56-07F9-571A10F19CF8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30200" y="443071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67AC122A-1508-4A94-9C9B-BF810CA2620A}" type="datetime'''''''2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A542096E-CB51-F3D2-B776-DC65FDD756B7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302736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A9486A99-3178-4943-9306-33DC32480487}" type="datetime'''''''''''''''''''4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Text Placeholder">
            <a:extLst>
              <a:ext uri="{FF2B5EF4-FFF2-40B4-BE49-F238E27FC236}">
                <a16:creationId xmlns:a16="http://schemas.microsoft.com/office/drawing/2014/main" id="{A8A707D2-F2EF-FD0E-464A-8635557D3F54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330200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F0AD27EC-4DF7-4B75-9D46-E12F430AF2C7}" type="datetime'''''''''''''''''''''''''''''''''''''''6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0D2D77DF-8EEF-BF2B-1433-7579C048BB9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1210925" y="3589338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8D20217F-ED8E-476C-B81C-76F3E2AD60FF}" type="datetime'''''''''''S''e''''ri''''''''''e''s'' ''1'''''''''">
              <a:rPr lang="en-US" altLang="en-US" smtClean="0">
                <a:solidFill>
                  <a:srgbClr val="000000"/>
                </a:solidFill>
                <a:effectLst/>
              </a:rPr>
              <a:pPr/>
              <a:t>Series 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46EE4D12-CD57-544C-5262-3F9CF6FE6EBA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1210925" y="443071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A16B90CE-67C6-4576-9983-56F1FC80933C}" type="datetime'''''''S''e''''r''''''i''e''s'''''' ''''''2'''''''''">
              <a:rPr lang="en-US" altLang="en-US" smtClean="0">
                <a:solidFill>
                  <a:srgbClr val="000000"/>
                </a:solidFill>
                <a:effectLst/>
              </a:rPr>
              <a:pPr/>
              <a:t>Series 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244A143C-4668-DF0B-0E7D-598DB3D5F1D0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9600" y="6353175"/>
            <a:ext cx="495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D1F1F00-36D8-4520-AAD2-6FAEFF849D2F}" type="datetime'X Axis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X Axis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065F6B06-53C1-BA97-75A7-EF9A29621CC5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30200" y="1270000"/>
            <a:ext cx="492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CA960BA5-9490-47C8-B90E-2F9818D5B645}" type="datetime'Y Axis'">
              <a:rPr lang="en-US" altLang="en-US" smtClean="0">
                <a:solidFill>
                  <a:srgbClr val="000000"/>
                </a:solidFill>
                <a:effectLst/>
              </a:rPr>
              <a:pPr/>
              <a:t>Y Axis</a:t>
            </a:fld>
            <a:endParaRPr 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44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C7A036CB-C826-54ED-94EC-9A9A9A73021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8041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606" imgH="608" progId="TCLayout.ActiveDocument.1">
                  <p:embed/>
                </p:oleObj>
              </mc:Choice>
              <mc:Fallback>
                <p:oleObj name="think-cell Slide" r:id="rId18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A1D1F193-E98E-C959-561F-FA6F181B242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424565">
              <a:extLst>
                <a:ext uri="{FF2B5EF4-FFF2-40B4-BE49-F238E27FC236}">
                  <a16:creationId xmlns:a16="http://schemas.microsoft.com/office/drawing/2014/main" id="{DB3F550E-CAC9-EB1D-AC9C-C943838F9D4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688384">
              <a:extLst>
                <a:ext uri="{FF2B5EF4-FFF2-40B4-BE49-F238E27FC236}">
                  <a16:creationId xmlns:a16="http://schemas.microsoft.com/office/drawing/2014/main" id="{39AE4426-D94B-66D6-5DA9-E2112B01E71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497570">
              <a:extLst>
                <a:ext uri="{FF2B5EF4-FFF2-40B4-BE49-F238E27FC236}">
                  <a16:creationId xmlns:a16="http://schemas.microsoft.com/office/drawing/2014/main" id="{A11EAFD1-9248-8277-2E61-378ED18ACE2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81896">
              <a:extLst>
                <a:ext uri="{FF2B5EF4-FFF2-40B4-BE49-F238E27FC236}">
                  <a16:creationId xmlns:a16="http://schemas.microsoft.com/office/drawing/2014/main" id="{C1D9A8F6-9890-F2CE-38F7-6B0DF470D430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3252A7C6-5D42-D126-E24C-8777B976AC08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936634">
              <a:extLst>
                <a:ext uri="{FF2B5EF4-FFF2-40B4-BE49-F238E27FC236}">
                  <a16:creationId xmlns:a16="http://schemas.microsoft.com/office/drawing/2014/main" id="{D537CB6B-0314-8FC9-0309-D04931D14A6E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713128">
              <a:extLst>
                <a:ext uri="{FF2B5EF4-FFF2-40B4-BE49-F238E27FC236}">
                  <a16:creationId xmlns:a16="http://schemas.microsoft.com/office/drawing/2014/main" id="{60159ECA-936C-1DD9-490C-E33A99693F24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583306">
              <a:extLst>
                <a:ext uri="{FF2B5EF4-FFF2-40B4-BE49-F238E27FC236}">
                  <a16:creationId xmlns:a16="http://schemas.microsoft.com/office/drawing/2014/main" id="{62C960EB-25C2-7A14-6919-6056C1015D4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824460">
              <a:extLst>
                <a:ext uri="{FF2B5EF4-FFF2-40B4-BE49-F238E27FC236}">
                  <a16:creationId xmlns:a16="http://schemas.microsoft.com/office/drawing/2014/main" id="{A2BA89AD-31E2-CFA1-721E-EB9CD6F3474A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12ED36-7371-EFF8-3DBA-23B0100B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b="1" dirty="0" err="1"/>
              <a:t>Chart_clustered_column</a:t>
            </a:r>
            <a:endParaRPr lang="en-US" b="1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7A2C1B64-540C-D4C7-A1E1-307C2B695DB6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84126234"/>
              </p:ext>
            </p:extLst>
          </p:nvPr>
        </p:nvGraphicFramePr>
        <p:xfrm>
          <a:off x="463550" y="1425575"/>
          <a:ext cx="10452100" cy="517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21" name="Text Placeholder">
            <a:extLst>
              <a:ext uri="{FF2B5EF4-FFF2-40B4-BE49-F238E27FC236}">
                <a16:creationId xmlns:a16="http://schemas.microsoft.com/office/drawing/2014/main" id="{BA16CEA5-0B28-777B-37E0-E82271AD24D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330200" y="6188075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45B41F3C-2162-4AE7-A1D3-059667972DB5}" type="datetime'0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93AB5A65-8EC7-8A6A-D61B-166E3014960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330200" y="504825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7634D34-65DE-40EA-B0E4-F9BB763725E0}" type="datetime'''''''''''''''''''''''''2''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1CC92A6F-E651-1C89-4225-5CC7AFD7E875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330200" y="39068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13CEC06E-A461-48FE-A149-724278630C4C}" type="datetime'''''''''''''''''''''''''''''''4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1B9B2FA6-39C9-67D3-AAA4-950A3799EF50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330200" y="276701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120C6E05-1BFA-4420-877B-E6AC697A0D4D}" type="datetime'''''''''6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Text Placeholder">
            <a:extLst>
              <a:ext uri="{FF2B5EF4-FFF2-40B4-BE49-F238E27FC236}">
                <a16:creationId xmlns:a16="http://schemas.microsoft.com/office/drawing/2014/main" id="{18E16F79-8308-89D8-6F35-8F70060CF8E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30200" y="1625600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D4B56E93-66EC-4723-A56F-DF9ED80857FE}" type="datetime'''''''''''''''''''''''''''''''''''''''''''8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Placeholder">
            <a:extLst>
              <a:ext uri="{FF2B5EF4-FFF2-40B4-BE49-F238E27FC236}">
                <a16:creationId xmlns:a16="http://schemas.microsoft.com/office/drawing/2014/main" id="{768BDB38-6CBD-1CE4-9E9A-164EB4A44F5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055813" y="6353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548EEDD-C176-485D-81AB-C2841B07A30B}" type="datetime'''''''''''''''''''2''''''''''''''''0''''''''2''4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3165FB76-7EB1-B07D-E8E7-DEED0EA04C4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5484813" y="6353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9B1C94C-E08C-4A2A-8103-A07CCABC17BC}" type="datetime'''''2''''''''''''''''''0''''''''''''2''''''''5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D0344FC9-9E16-168B-952C-31DE809F2DB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8913813" y="6353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9804937-BD5F-43AF-8706-4DBE041E8797}" type="datetime'''''2''''''''''''''''''''02''''6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3AFF5FFC-0171-F7F5-2DFB-3316F321CA27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30200" y="1270000"/>
            <a:ext cx="492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52F15963-3CD2-4CE1-BDFD-00B9454960CE}" type="datetime'Y Axis'">
              <a:rPr lang="en-US" altLang="en-US" smtClean="0">
                <a:solidFill>
                  <a:srgbClr val="000000"/>
                </a:solidFill>
                <a:effectLst/>
              </a:rPr>
              <a:pPr/>
              <a:t>Y Axis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0E05CA-63AB-3ACA-A9F8-27992523B6E2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10909300" y="5822950"/>
            <a:ext cx="250825" cy="187325"/>
          </a:xfrm>
          <a:prstGeom prst="rect">
            <a:avLst/>
          </a:prstGeom>
          <a:solidFill>
            <a:srgbClr val="333333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0C548E-7327-AF3D-6C1A-847C613AE5C4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10909300" y="6086475"/>
            <a:ext cx="250825" cy="187325"/>
          </a:xfrm>
          <a:prstGeom prst="rect">
            <a:avLst/>
          </a:prstGeom>
          <a:solidFill>
            <a:srgbClr val="5C5C5C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438FEC44-16CC-E968-6044-BBA1316B6A7F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1210925" y="5818188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EAADE2CE-F710-4645-862D-C89861F7606D}" type="datetime'''''''''''''''''''''''''Se''r''''''''i''''es'' ''1'''''''''">
              <a:rPr lang="en-US" altLang="en-US" smtClean="0">
                <a:solidFill>
                  <a:srgbClr val="000000"/>
                </a:solidFill>
                <a:effectLst/>
              </a:rPr>
              <a:pPr/>
              <a:t>Series 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A1D81071-71A1-5681-42D8-E036D0B3F4A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210925" y="6081713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18DA0A64-68F8-4880-BD28-94A199DDAB6C}" type="datetime'''''''''S''e''''r''i''e''''''''s'''''''''''''''''''' 2'">
              <a:rPr lang="en-US" altLang="en-US" smtClean="0">
                <a:solidFill>
                  <a:srgbClr val="000000"/>
                </a:solidFill>
                <a:effectLst/>
              </a:rPr>
              <a:pPr/>
              <a:t>Series 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81192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OFFICE" val="Boston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  <p:tag name="THINKCELLPRESENTATIONDONOTDELETE" val="&lt;?xml version=&quot;1.0&quot; encoding=&quot;UTF-16&quot; standalone=&quot;yes&quot;?&gt;&lt;root reqver=&quot;30783&quot;&gt;&lt;version val=&quot;369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6vfjM74whLBj7CdTqu5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zXDQsyaUgvZmiFjLrdl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88UD1TrspqRgB9em6MM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8bGzX6bqjlnNeHW6CS6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4qpa3Gx5MuqkgCE8z1M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HrZzaNg6SCAcoL2iSGuz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RBYvd3jiwA9v0Azoi1D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ogu6N97gV5pvDylBEq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PlZdLjogT.ESTuV.w7yR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.6josIB54DRGR8r9pFBs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eZIIcFoXziX._FhSsvQ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8wL08CPlkqq_a2IkxfW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kY1esgl9n4pbV2zoXOm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Q7li4L2cmuAi5eP6QhH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b7XjYJRlbI7hKydXBYU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nIsO6oTwq1PyBFsMnDSG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992_j6vZPzPf4214Y2u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m8wXWMldnDY3DdXjiVD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2Ui8rQq0IE7X3V.AYyc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b._nCuTK38P4buzorAF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XyLYEPu0pgVhPzhvqXw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xvFupZaKQB8l29lGI.8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Vd7C6OZYv3iwL_eLZ.c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cVYOVWltt0Uh4JZ9S61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wpmpuSNzqnBGVGW4na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xnI61eAiL23vkCbUCl3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b1xmfBwY_c_lwKeSBr5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1OdhiXBvh.1ol_VoiC9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BRsHS86x6JlbB4hzKiY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IABMpIGMQ2bnS1fYIOs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Km8wXWMldnDY3DdXjiVD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2Ui8rQq0IE7X3V.AYyc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b._nCuTK38P4buzorAF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XyLYEPu0pgVhPzhvqXw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hi4IeJix.yfPsmgZ6315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PZUm3uknf8JfTvsbSYS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wpmpuSNzqnBGVGW4na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xnI61eAiL23vkCbUCl3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b1xmfBwY_c_lwKeSBr5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1OdhiXBvh.1ol_VoiC9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BRsHS86x6JlbB4hzKiY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bPeKFglEq8GQ4FRG3SJ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IABMpIGMQ2bnS1fYIOs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iNx0CGvEkVkNAgzJOkF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r2.hOmg3Vms6f_FmeZH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ycHrE_NeLmwFBUAeojY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QVguCkAFGz123bMxtAe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S5aI6bRHeGTkOb9Uw7B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XUIjJRAexk0pzmBcLCGU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ZIUQ9_Hr7hb22G.rrcM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KPTmMZO9mn273lNOf0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YGNABFB531LsG2Z6M4e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x32uCjwF0RLWNAI8Zpr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uO.MwZpbA4WwvYs0te3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N_IJ.Bq3S29J0.y6y4L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XNZBjk5MTxpjMu0eyc3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YBFiAkVYGWuqEd9mOMsE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w5dAjD5ofKsu.Y6v6em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7f9ZJRq3wnZc.GB7CQs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39VzXuV6uPIxP9TedI4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9zR7nSoFEQVBs3na6amt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tLcDcyg05eepjlkZP2a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9YaQ0vZOLusTYavLk8G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ohzIW6VkJ2ieStOu8Sx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9fLl76r2KMp46bL8Gt9Z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RSnYPR6rCjhE8uNKXBg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tvsqt8yib.jVi4cQFZq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AkMEXU7Bk1RShnWNtRk4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oHPeapGt1C8ztILqlzu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6KcICUWDPsM83DvadsV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sKJmcvpHLi.SqnfA4rJ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BrHjSyhx8kSzgYGXEQa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B1ZZ0oNELmCQjjuFQcsC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TezQ2AU4le8F3sce6JI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Fu2Qx526r1wlBvbiZPM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xLQj4_gF9WBerYYwy8.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90yY9byTWiXzLbhjCu1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jzUdRLkuPlHiqxvB2aZ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eoTW1pMQLXbF03IIq0k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QPB3dil4iRaIYiug0LNB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0XOsKnFCRsRmU_2ZbCGl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Aak7fkkE28XQ7PY3bxxP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99igpeydr09pQjNAIbH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D6bRnAIG4zC_RWJz7wH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YXIG4BinNQP_3aPqzLK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fmuCHH25N5SENfTIWqe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263dbFV8V79quzMjpI6A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25</TotalTime>
  <Words>119</Words>
  <Application>Microsoft Office PowerPoint</Application>
  <PresentationFormat>Widescreen</PresentationFormat>
  <Paragraphs>97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Bain Core</vt:lpstr>
      <vt:lpstr>think-cell Slide</vt:lpstr>
      <vt:lpstr>Chart_stacked_column</vt:lpstr>
      <vt:lpstr>Chart_horizontal_bar</vt:lpstr>
      <vt:lpstr>Chart_clustered_horizontal</vt:lpstr>
      <vt:lpstr>Chart_stacked_horizontal</vt:lpstr>
      <vt:lpstr>Chart_line</vt:lpstr>
      <vt:lpstr>Chart_clustered_column</vt:lpstr>
    </vt:vector>
  </TitlesOfParts>
  <Company>Bain &amp;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Aaditya</dc:creator>
  <cp:lastModifiedBy>Sharma, Aaditya</cp:lastModifiedBy>
  <cp:revision>1</cp:revision>
  <cp:lastPrinted>2017-02-15T14:23:56Z</cp:lastPrinted>
  <dcterms:created xsi:type="dcterms:W3CDTF">2026-05-25T15:58:28Z</dcterms:created>
  <dcterms:modified xsi:type="dcterms:W3CDTF">2026-05-25T16:23:58Z</dcterms:modified>
</cp:coreProperties>
</file>